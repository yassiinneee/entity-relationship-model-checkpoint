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408AF-0332-4293-A3D8-58EBCEC0A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CE0A92-99B9-8E6C-612A-1AEDFCE90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251CC1-E521-7F83-2931-4BB9FC05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09F4FC-A4C3-3CB2-4DD7-D286F9E79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C16FD0-7F2D-D2E7-6236-9542CC52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8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734FB-C18C-1DBF-9180-4A23774D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5A3310-2B88-5DC2-392F-9BEBAA142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1DA437-86C0-62E9-8BE9-00E99A8C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96D982-2A3B-6A51-F05D-460404C7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7620B1-FF04-8802-A57A-430EA6B6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12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4153F1-789E-9239-AA7E-25BCCB56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F66CBA-C46F-D81F-2430-F4ADEB2D8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DB2691-980C-8DFF-D47F-5D3F8385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016956-3EB4-2401-A0E2-BA69C9B2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853813-B936-9EBA-7456-A534144D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606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D36081-DE70-6E0B-2871-68A76552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2B4C72-0BAE-9964-8679-A5E4103FE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D7C375-2952-8806-1166-4B7747E7F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63E741-C749-89E1-4829-70E76B1E4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A7546E-E268-0404-EB7A-50C06504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B83086-1951-778F-8FAB-278B359F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0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8C5598-79D7-BBA5-5ECA-64EA6D5A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1B21EE-21E6-87BB-7703-D3C416C1C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B209DF-1F41-3C44-1640-D95C3E367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00EF52-CC21-D0C8-4094-0C33612EE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82F5A7-E4F3-C365-90DE-16C5490FD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DB2FD46-EAB4-5873-5DE0-6E2A8908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68C6786-9AC4-D8B8-1CF3-F00DD7CA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FDF05DB-510D-A52A-2539-5B31C13A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0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AC044-4065-13F2-8C1B-06017B45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6FFBFEF-CA53-7EDF-3F08-FE21C2AD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80FA1DD-7FF4-7A9F-8C7E-A996A2AE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F603D7-7589-41AB-5A88-8B3175DC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4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CB17C7-408B-49D7-6F6F-612040E7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F33AE16-43CE-24F0-9887-BF5CE7794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115C0A-1B24-5FDA-6113-288D031D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07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486C28-EB0D-29CD-E751-765B39DF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620A92-B827-6366-DB51-B5C399AB8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FD840B-4A48-84A1-3FAC-4D861C6F6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CC11A4-7225-F630-478E-9CE5EE9E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BB0580-1ED5-67FC-64FD-BC71767B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4C5078-DE74-D503-E36E-513F35F6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947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04B718-D2B4-DC72-0888-27374217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068FE9-407B-A9F5-7492-A89C3BEC7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C41C52-B6E7-546B-2025-C7893F244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AC6149-0170-882F-A783-9048E303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EC8F18-CD4F-4B62-C588-E431AAD7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1EA621-55A7-E3E6-7366-2E6A6AE9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53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0DB2A3-0899-2A4D-83F0-4951F68B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18DAAA-6A10-E12D-97FE-15493DA7B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5F29D8-34EE-DE1F-9C74-3311AAFF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E34663-CFBB-C84A-D63E-154E63CD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065515-A84C-CF42-1FAB-13A3FE3B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38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5AED15F-66E0-FF66-A0F5-25B095634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8FFE81-801F-223C-1CBF-7EFA1C38E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8B166E-0373-7624-43E2-ACE4C5FB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60E5C2-774F-A2CE-14AA-E91376AC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56EDA2-BC5B-B8EB-8311-44DB96BE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10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1A6667-304C-1053-F1F7-DD4632B5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329EA1-EB56-A21F-788E-B281B41AD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3712FF-4F68-8DEC-E358-5F52468EB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34278F-5230-47CB-837F-6F8EACD7849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D4368C-1AC5-9B03-A819-5A76D87BF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DE6FF8-3878-1719-7E99-AAC3FD5E1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9C871-34CA-4F9A-B1D2-1C4AB8EE6C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05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13D41-BF93-C687-7F9D-124B6395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1-Gyms Table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49E89BEB-A506-D047-776C-105C18184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468177"/>
              </p:ext>
            </p:extLst>
          </p:nvPr>
        </p:nvGraphicFramePr>
        <p:xfrm>
          <a:off x="838200" y="1825625"/>
          <a:ext cx="10515600" cy="2874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427737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823018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80877555"/>
                    </a:ext>
                  </a:extLst>
                </a:gridCol>
              </a:tblGrid>
              <a:tr h="574839">
                <a:tc>
                  <a:txBody>
                    <a:bodyPr/>
                    <a:lstStyle/>
                    <a:p>
                      <a:r>
                        <a:rPr lang="fr-FR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810876"/>
                  </a:ext>
                </a:extLst>
              </a:tr>
              <a:tr h="574839">
                <a:tc>
                  <a:txBody>
                    <a:bodyPr/>
                    <a:lstStyle/>
                    <a:p>
                      <a:r>
                        <a:rPr lang="fr-FR" dirty="0"/>
                        <a:t>Gym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 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Unique Gym 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062677"/>
                  </a:ext>
                </a:extLst>
              </a:tr>
              <a:tr h="574839">
                <a:tc>
                  <a:txBody>
                    <a:bodyPr/>
                    <a:lstStyle/>
                    <a:p>
                      <a:r>
                        <a:rPr lang="fr-FR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Gym </a:t>
                      </a:r>
                      <a:r>
                        <a:rPr lang="fr-FR" dirty="0" err="1"/>
                        <a:t>name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524809"/>
                  </a:ext>
                </a:extLst>
              </a:tr>
              <a:tr h="574839">
                <a:tc>
                  <a:txBody>
                    <a:bodyPr/>
                    <a:lstStyle/>
                    <a:p>
                      <a:r>
                        <a:rPr lang="fr-FR" dirty="0" err="1"/>
                        <a:t>address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Gym </a:t>
                      </a:r>
                      <a:r>
                        <a:rPr lang="fr-FR" dirty="0" err="1"/>
                        <a:t>address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253274"/>
                  </a:ext>
                </a:extLst>
              </a:tr>
              <a:tr h="574839">
                <a:tc>
                  <a:txBody>
                    <a:bodyPr/>
                    <a:lstStyle/>
                    <a:p>
                      <a:r>
                        <a:rPr lang="fr-FR" dirty="0"/>
                        <a:t>Phone </a:t>
                      </a:r>
                      <a:r>
                        <a:rPr lang="fr-FR" dirty="0" err="1"/>
                        <a:t>number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Gym phone </a:t>
                      </a:r>
                      <a:r>
                        <a:rPr lang="fr-FR" dirty="0" err="1"/>
                        <a:t>number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794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82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A135A-724F-E6C6-15F7-225BF628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2-Members Table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B2FE63B-322B-BCB1-38A7-DE8B4A5D41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7530448"/>
              </p:ext>
            </p:extLst>
          </p:nvPr>
        </p:nvGraphicFramePr>
        <p:xfrm>
          <a:off x="838200" y="1825625"/>
          <a:ext cx="10515597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05442545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272100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81021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Field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638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Member</a:t>
                      </a:r>
                      <a:r>
                        <a:rPr lang="fr-FR" dirty="0"/>
                        <a:t>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Unique </a:t>
                      </a:r>
                      <a:r>
                        <a:rPr lang="fr-FR" dirty="0" err="1"/>
                        <a:t>member</a:t>
                      </a:r>
                      <a:r>
                        <a:rPr lang="fr-FR" dirty="0"/>
                        <a:t>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81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Member's</a:t>
                      </a:r>
                      <a:r>
                        <a:rPr lang="fr-FR" dirty="0"/>
                        <a:t> first </a:t>
                      </a:r>
                      <a:r>
                        <a:rPr lang="fr-FR" dirty="0" err="1"/>
                        <a:t>name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89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Member's</a:t>
                      </a:r>
                      <a:r>
                        <a:rPr lang="fr-FR" dirty="0"/>
                        <a:t> last </a:t>
                      </a:r>
                      <a:r>
                        <a:rPr lang="fr-FR" dirty="0" err="1"/>
                        <a:t>name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124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Address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Member's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address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875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Date of </a:t>
                      </a:r>
                      <a:r>
                        <a:rPr lang="fr-FR" dirty="0" err="1"/>
                        <a:t>birth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Member's</a:t>
                      </a:r>
                      <a:r>
                        <a:rPr lang="fr-FR" dirty="0"/>
                        <a:t> date of </a:t>
                      </a:r>
                      <a:r>
                        <a:rPr lang="fr-FR" dirty="0" err="1"/>
                        <a:t>birth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175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Gender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Member's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gender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24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Gym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 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Gym </a:t>
                      </a:r>
                      <a:r>
                        <a:rPr lang="fr-FR" dirty="0" err="1"/>
                        <a:t>where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registered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694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85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E4F9C4-605F-CF1E-6039-37AEE5BF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3- Sessions Table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84ED5ED-BF71-ABA8-0536-EAFF430E7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746873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8175514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1678158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72886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722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Session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Unique session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68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Sport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Type of 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17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Session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307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Max </a:t>
                      </a:r>
                      <a:r>
                        <a:rPr lang="fr-FR" dirty="0" err="1"/>
                        <a:t>capacity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Max </a:t>
                      </a:r>
                      <a:r>
                        <a:rPr lang="fr-FR" dirty="0" err="1"/>
                        <a:t>members</a:t>
                      </a:r>
                      <a:r>
                        <a:rPr lang="fr-FR" dirty="0"/>
                        <a:t> (20)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016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Gym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 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Gym </a:t>
                      </a:r>
                      <a:r>
                        <a:rPr lang="fr-FR" dirty="0" err="1"/>
                        <a:t>where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held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374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83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23E3AC-DBAC-1C9E-8B7B-D5FDD378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4- Coaches Tables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68124C1-1898-F757-E415-FCBC5CC63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744832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1293258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765741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45743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41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Coach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Unique coach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91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Coach's</a:t>
                      </a:r>
                      <a:r>
                        <a:rPr lang="fr-FR" dirty="0"/>
                        <a:t> first </a:t>
                      </a:r>
                      <a:r>
                        <a:rPr lang="fr-FR" dirty="0" err="1"/>
                        <a:t>name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410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Coach's</a:t>
                      </a:r>
                      <a:r>
                        <a:rPr lang="fr-FR" dirty="0"/>
                        <a:t> last </a:t>
                      </a:r>
                      <a:r>
                        <a:rPr lang="fr-FR" dirty="0" err="1"/>
                        <a:t>name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164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Coach's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age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24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Specialty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Coach's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specialty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853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85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894E3-ED07-1AA2-9813-911BB0A6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5- Sessions Coaches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7AC697F-080A-ADBE-0F20-D6EA23602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288971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7258777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5169244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54564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3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Session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 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The ID of the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196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Coach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 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The ID of the Coach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32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34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AE5351-DA06-6E2B-A90D-6BC78D5B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6-For registrations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A0D12FF3-C107-A54E-4921-2A1EACFCAB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616604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9259022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908134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99307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32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Registration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Unique registration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374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Member</a:t>
                      </a:r>
                      <a:r>
                        <a:rPr lang="fr-FR" dirty="0"/>
                        <a:t>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 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The ID of the </a:t>
                      </a:r>
                      <a:r>
                        <a:rPr lang="fr-FR" dirty="0" err="1"/>
                        <a:t>member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465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Session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Foreign</a:t>
                      </a:r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Key 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The ID of the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792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09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511B2F-AA07-7CB9-6F10-17F51CAD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err="1"/>
              <a:t>Hierarchical</a:t>
            </a:r>
            <a:r>
              <a:rPr lang="fr-FR" b="1" dirty="0"/>
              <a:t> Format</a:t>
            </a:r>
            <a:br>
              <a:rPr lang="fr-FR" b="1" dirty="0"/>
            </a:br>
            <a:endParaRPr lang="fr-FR" dirty="0"/>
          </a:p>
        </p:txBody>
      </p:sp>
      <p:pic>
        <p:nvPicPr>
          <p:cNvPr id="5" name="Espace réservé du contenu 4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4BA65E51-32FE-07AB-536F-2C0223BB9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48" y="1209368"/>
            <a:ext cx="10510452" cy="4967595"/>
          </a:xfrm>
        </p:spPr>
      </p:pic>
    </p:spTree>
    <p:extLst>
      <p:ext uri="{BB962C8B-B14F-4D97-AF65-F5344CB8AC3E}">
        <p14:creationId xmlns:p14="http://schemas.microsoft.com/office/powerpoint/2010/main" val="32221610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201</Words>
  <Application>Microsoft Office PowerPoint</Application>
  <PresentationFormat>Grand écran</PresentationFormat>
  <Paragraphs>103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1-Gyms Table</vt:lpstr>
      <vt:lpstr>2-Members Table</vt:lpstr>
      <vt:lpstr>3- Sessions Table</vt:lpstr>
      <vt:lpstr>4- Coaches Tables</vt:lpstr>
      <vt:lpstr>5- Sessions Coaches </vt:lpstr>
      <vt:lpstr>6-For registrations</vt:lpstr>
      <vt:lpstr>Hierarchical Format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Yassine KALTOUM</dc:creator>
  <cp:lastModifiedBy>Yassine KALTOUM</cp:lastModifiedBy>
  <cp:revision>24</cp:revision>
  <dcterms:created xsi:type="dcterms:W3CDTF">2026-01-19T17:18:23Z</dcterms:created>
  <dcterms:modified xsi:type="dcterms:W3CDTF">2026-01-20T17:41:11Z</dcterms:modified>
</cp:coreProperties>
</file>